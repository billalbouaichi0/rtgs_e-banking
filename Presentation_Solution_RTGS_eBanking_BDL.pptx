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DEVELOPPEMENT LOCAL • DSI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RTGS e-BANKING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Intégrée de Traitement EDI, Validation Solde SAB &amp; Passerelle SWIFT MT103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0698480" cy="246888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EDI Automatisé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 répertoire (Watcher), parsing positionnel et filtrage gros montants &gt;= 1M DZD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Solde &amp; Doublons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4023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Oracle 11g (SAB) avec workflow forçage/refus et détection anti-doublon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Réglementaire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023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instantanée des messages SWIFT MT103, Fichiers OD et avis SI Retour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SMTP BDL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23960" y="40233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RBAC, logs d'audit exhaustifs et réinitialisation de mot de passe via serveur BDL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Production 1.0 • Direction des Systèmes d'Information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CONTEXTE &amp; ENJEUX OPÉRATIONNELS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Pourquoi cette plateforme pour la BDL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Exigences Banque d'Algérie (ARTS)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Réglementation stricte sur les virements de gros montants (Seuil &gt;= 1 000 000 DZD).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Règlement interbancaire brut en temps réel via le réseau SWIFT.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Formatage strict des messages MT103 (Codes BIC et comptes de compensation :57A:).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28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Sécurisation des Flux Clients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51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Vérification obligatoire de la provision du compte donneur d'ordre avant émission.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Blocage immédiat des doublons sur les libellés et les bénéficiaires.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46634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Génération immédiate d'un SI Retour en cas de non-aboutissement de l'opération.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828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Automatisation &amp; Zéro Saisie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6517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Élimination complète des risques de ressaisie manuelle par les opérateurs.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Intégration transparente avec les fichiers EDI de l'e-Banking BDL.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8160" y="46634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Génération synchrone des fichiers d'imputation comptable OD pour SAB.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ARCHITECTURE &amp; FLUX DE TRAITEMENT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Cycle de vie d'un virement de bout en bout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1. INGESTION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File Watcher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Détection continue dans directories/source, déplacement vers input/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2. ANALYSE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Parser EDI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Découpage strict de l'entête VIRM, corps VIRO/VIRB et fin FVIR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3. FILTRAGE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Filtres RTGS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Montant &gt;= 1M DZD &amp; Interbancaire. Les autres sont classés dans ignorer/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4. ANTI-DOUBLON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Contrôle Doublons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Vérification intra-fichier &amp; base de données sur libellés et noms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5. PROVISION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SAB Oracle 11g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Vérification solde en direct (ou simulation configurable)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384048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6. PRODUCTION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9244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Génération Fichiers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92440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Création OD, SWIFT MT103 (si validé) ou SI_RET (si refusé)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RÈGLES MÉTIER &amp; WORKFLOW DE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Gestion du Solde Insuffisant &amp; Forçage Manuel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Cas 1 : Solde Suffisant (Automatique)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Solde SAB &gt;= Montant du virement 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Validation instantanée du virement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Génération automatique du message SWIFT MT103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Génération du fichier d'imputation comptable OD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Statut virement : VALIDE_TRAITE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Log d'audit de succès avec détails du solde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Cas 2 : Solde Insuffisant (Décision Manuelle)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Le virement n'est JAMAIS rejeté d'office :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Mise en statut ATTENTE_VALIDATION_SOLDE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Alerte visuelle prioritaire sur le Dashboard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Option A : VALIDER (Forçage Manuel)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Autorise l'opération et génère MT103 + OD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• Option B : REFUSER (Rejet Manuel)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  → Génère le fichier SI_RETOUR ("non comptabilisé")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CONFORMITÉ &amp; SÉCURITÉ DES TRANSACTIONS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Contrôle Anti-Doublons &amp; Fichiers Produits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Fichier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Règle de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 MT103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MT103_{id}_{ordre}.txt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directories/generated_mt103/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Virement validé avec balise :57A: dynamique (BanqueRef)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Ordre Débit (OD)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OD_{id}_{ordre}.txt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directories/generated_od/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Généré pour intégration comptable dans le SAB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Retour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SI_RET_{libelle}_{id}.txt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directories/si_retour/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Généré sur refus manuel ou rejet automatique doublon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Ignorer RTGS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{nomFichierOriginal}.edi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directories/input/ignorer/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Fichiers intrabancaires ou montant &lt; 1 000 000 DZD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206240"/>
            <a:ext cx="1069848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4389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</a:rPr>
              <a:t>🛡️ Mécanisme de Protection Anti-Doublons (Nom &amp; Libellé)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4754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Détection Intra-Remise : Détection instantanée si un libellé ou un bénéficiaire apparaît plus d'une fois dans le même fichier.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Détection Inter-Remises : Recherche dans l'historique des transactions déjà traitées pour bloquer les re-soumissions accidentelles.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Action : Rejet automatique (statut REJETE_DOUBLON) et émission immédiate du SI Retour sans appel SAB.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GOUVERNANCE &amp; ADMINISTRATION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Gestion des Utilisateurs &amp; Serveur SMTP BDL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Authentification &amp; Rôles RBAC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6032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Jetons cryptographiques JWT sécurisés.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Rôle Administrateur : gestion des utilisateurs, validation/forçage, configuration watcher.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Rôle Opérateur : traitement et validation des virements.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Rôle Consultation : lecture seule des rapports.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Serveur SMTP BDL (10.121.2.50)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37744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56032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Connexion sécurisée STARTTLS sur le port 587.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Compte de service BDL\rtgsebank-bdl.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Envoi automatique d'un mail d'initialisation lors de la création d'un collaborateur.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Token unique 32 octets avec validité 24h.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828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Portail Reset Password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28346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56032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URL configurée (https://test-jibaya.bdl.dz).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Page dédiée de définition du mot de passe.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Vérification en temps réel de l'intégrité du lien.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• Hachage bcrypt des mots de passe en base MySQL.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SUPERVISION &amp; PILOTAGE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Tableau de Bord &amp; Auditabilité Totale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Volume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Flux RTGS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Monitoring continu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01568" y="15544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Validés &amp; Émis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38728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MT103 + OD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8728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Imputation SAB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71616" y="15544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Attente Décision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08776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Alerte Solde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08776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Action requise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41664" y="15544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78824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Rejetés / Doublons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78824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SI Retour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78824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Trace avis client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10698480" cy="2834640"/>
          </a:xfrm>
          <a:prstGeom prst="roundRect">
            <a:avLst>
              <a:gd name="adj" fmla="val 48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Outils de Supervision Intégrés dans l'Interface Web 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4904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Visualisation des Alertes de Solde : Liste immédiate des virements requérant une décision opérateur.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413308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Registre Multi-Critères : Recherche et filtrage par numéro d'ordre, libellé, statut, banque réceptrice ou date.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51713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Visionneuse Fichiers Intégrée : Consultation directe du contenu brut des fichiers EDI, MT103, OD et SI Retour.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490118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Simulateur EDI Intégré : Outil de test permettant de générer et d'injecter des cas de test (valide, rejet, doublon).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528523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Journal d'Audit TraitementLog : Traçabilité chronologique détaillée (Ingestion, Filtres, Requêtes SAB, Émissions).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VALEUR AJOUTÉE &amp; BÉNÉFICES CLÉS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Synthèse des Gains pour la BDL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⚡ Rapidité &amp; Temps Réel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Traitement automatique des fichiers dès leur dépôt avec génération synchrone des messages SWIFT.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🎯 Zéro Risque Opérationnel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Suppression des erreurs manuelles et blocage systématique des doublons sur libellés et bénéficiaires.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🔒 Maîtrise de la Provision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Vérification en amont dans Oracle SAB évitant tout découvert non autorisé lors de l'émission RTGS.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5212080" cy="1920240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📜 Conformité Réglementaire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4348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Respect rigoureux des standards de la Banque d'Algérie pour le système de gros montants ARTS.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Banque de Développement Local • Direction des Systèmes d'Information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BDL (Banque de Développement Local)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RTGS e-Banking - Traitement EDI &amp; Passerelle SWIFT / SAB</dc:title>
  <dc:subject>PptxGenJS Presentation</dc:subject>
  <dc:creator>DSI - Banque de Développement Local</dc:creator>
  <cp:lastModifiedBy>DSI - Banque de Développement Local</cp:lastModifiedBy>
  <cp:revision>1</cp:revision>
  <dcterms:created xsi:type="dcterms:W3CDTF">2026-09-02T16:54:04Z</dcterms:created>
  <dcterms:modified xsi:type="dcterms:W3CDTF">2026-09-02T16:54:04Z</dcterms:modified>
</cp:coreProperties>
</file>